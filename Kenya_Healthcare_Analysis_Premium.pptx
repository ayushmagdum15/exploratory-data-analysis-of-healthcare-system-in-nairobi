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/>
            </a:pPr>
            <a:r>
              <a:t>Healthcare Infrastructure Analysis – Kenya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Premium Insights • Visual Storytelling • Data-Driven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Comprehensive analysis of 10,000+ healthcare facilities</a:t>
            </a:r>
          </a:p>
          <a:p>
            <a:r>
              <a:t>• Integrated population &amp; facility datasets</a:t>
            </a:r>
          </a:p>
          <a:p>
            <a:r>
              <a:t>• Fuzzy-matched sub-counties using NLP similarity</a:t>
            </a:r>
          </a:p>
          <a:p>
            <a:r>
              <a:t>• Built a full health access scoring model</a:t>
            </a:r>
          </a:p>
          <a:p>
            <a:r>
              <a:t>• Identified service gaps, shortages &amp; operational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National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Sub-Counties Analyzed: 309</a:t>
            </a:r>
          </a:p>
          <a:p>
            <a:r>
              <a:t>• Average Beds per 10k: 12.58</a:t>
            </a:r>
          </a:p>
          <a:p>
            <a:r>
              <a:t>• Average Facilities per 10k: 2.56</a:t>
            </a:r>
          </a:p>
          <a:p>
            <a:r>
              <a:t>• Operational Facilities: 90.34%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Best-Served Sub-Counties</a:t>
            </a:r>
          </a:p>
        </p:txBody>
      </p:sp>
      <p:pic>
        <p:nvPicPr>
          <p:cNvPr id="3" name="Picture 2" descr="top10_faci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Bottom 10 Most Underserved (Beds per 10k)</a:t>
            </a:r>
          </a:p>
        </p:txBody>
      </p:sp>
      <p:pic>
        <p:nvPicPr>
          <p:cNvPr id="3" name="Picture 2" descr="bottom10_b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Extreme inequality in facility distribution across Kenya</a:t>
            </a:r>
          </a:p>
          <a:p>
            <a:r>
              <a:t>• Some regions exceed 10 facilities per 10k; others have &lt;0.2</a:t>
            </a:r>
          </a:p>
          <a:p>
            <a:r>
              <a:t>• Several densely populated counties remain severely underserved</a:t>
            </a:r>
          </a:p>
          <a:p>
            <a:r>
              <a:t>• Bed capacity shortages are widespread in rural and peri-urban regions</a:t>
            </a:r>
          </a:p>
          <a:p>
            <a:r>
              <a:t>• Operational performance is generally high (90%+)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Prioritize facility expansion in underserved counties</a:t>
            </a:r>
          </a:p>
          <a:p>
            <a:r>
              <a:t>• Create government dashboards for real-time capacity tracking</a:t>
            </a:r>
          </a:p>
          <a:p>
            <a:r>
              <a:t>• Allocate more beds to high-density regions with &lt;2 beds per 10k</a:t>
            </a:r>
          </a:p>
          <a:p>
            <a:r>
              <a:t>• Strengthen ART, ANC, TB diagnostic service coverage</a:t>
            </a:r>
          </a:p>
          <a:p>
            <a:r>
              <a:t>• Invest in digital health mapping for better allocation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reveals the structural imbalances in Kenya's healthcare access. By combining facility-level data, population insights, and advanced analytics, we built a clear picture of where healthcare investments are most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